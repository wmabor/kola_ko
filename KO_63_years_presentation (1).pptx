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COCA-COLA COMPANY  (KO)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Years of Coca-Cola Stock in 3 Charts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891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downloaded the data expecting a smooth line going up. That's not what I found.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0"/>
            <a:ext cx="3108960" cy="3108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0" y="1463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6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Coca-Cola is the textbook "safe" stock.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knows the brand. Everyone drinks the product.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assumed the chart would be boring.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80960" y="1463040"/>
            <a:ext cx="4050792" cy="3291840"/>
          </a:xfrm>
          <a:prstGeom prst="roundRect">
            <a:avLst>
              <a:gd name="adj" fmla="val 5556"/>
            </a:avLst>
          </a:prstGeom>
          <a:solidFill>
            <a:srgbClr val="D81E2C"/>
          </a:solidFill>
          <a:ln w="12700">
            <a:solidFill>
              <a:srgbClr val="D81E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1463040"/>
            <a:ext cx="33192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 looked at the data.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 |  1962 - 2025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 |  THE PAIN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 was tested, hard.</a:t>
            </a:r>
            <a:endParaRPr lang="en-US" sz="3400" dirty="0"/>
          </a:p>
        </p:txBody>
      </p:sp>
      <p:pic>
        <p:nvPicPr>
          <p:cNvPr id="4" name="Image 0" descr="/mnt/user-data/uploads/chart_02_draw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417320"/>
            <a:ext cx="960120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3605784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029200"/>
            <a:ext cx="3240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1973-74, KO fell roughly 68% from peak to trough, then took close to a decade to get back.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1584" y="5029200"/>
            <a:ext cx="3605784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74464" y="5029200"/>
            <a:ext cx="3240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peaking in 1998, it spent about 12 years underwater, bottoming near -55% in 2003.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25968" y="5029200"/>
            <a:ext cx="3605784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08848" y="5029200"/>
            <a:ext cx="3240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holding the world's most trusted beverage company through that.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 |  1962 - 2025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 |  THE SWINGS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swings, mostly positive.</a:t>
            </a:r>
            <a:endParaRPr lang="en-US" sz="3400" dirty="0"/>
          </a:p>
        </p:txBody>
      </p:sp>
      <p:pic>
        <p:nvPicPr>
          <p:cNvPr id="4" name="Image 0" descr="/mnt/user-data/uploads/chart_03_annual_retu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1417320"/>
            <a:ext cx="800100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3605784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029200"/>
            <a:ext cx="3240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returns ran from about -56% in 1974 to over +80% in both 1989 and 1991.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1584" y="5029200"/>
            <a:ext cx="3605784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74464" y="5029200"/>
            <a:ext cx="3240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years were positive, but 2001 and 2008 each cost investors more than 20%.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25968" y="5029200"/>
            <a:ext cx="3605784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08848" y="5029200"/>
            <a:ext cx="3240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2010, returns have been steadier: single digits to low double digits, no more 40%+ years.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 |  1962 - 2025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 |  THE FEAR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spikes read like a history book.</a:t>
            </a:r>
            <a:endParaRPr lang="en-US" sz="3400" dirty="0"/>
          </a:p>
        </p:txBody>
      </p:sp>
      <p:pic>
        <p:nvPicPr>
          <p:cNvPr id="4" name="Image 0" descr="/mnt/user-data/uploads/chart_04_vola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417320"/>
            <a:ext cx="960120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2647188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029200"/>
            <a:ext cx="2281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1974: the bear market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32988" y="5029200"/>
            <a:ext cx="2647188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15868" y="5029200"/>
            <a:ext cx="2281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1987: Black Monday, over 110%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8776" y="5029200"/>
            <a:ext cx="2647188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1656" y="5029200"/>
            <a:ext cx="2281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financial crisis and 2020 COVID: around 75%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084564" y="5029200"/>
            <a:ext cx="2647188" cy="1280160"/>
          </a:xfrm>
          <a:prstGeom prst="roundRect">
            <a:avLst>
              <a:gd name="adj" fmla="val 7143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267444" y="5029200"/>
            <a:ext cx="2281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crises, KO has settled into a calmer 10-20% range, vs. 20-30% in earlier eras.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 |  1962 - 2025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TOOK AWAY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"safe" stock isn't the same as a smooth ride.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one of the world's most trusted brands went through brutal drawdowns and long stretches of going nowhere.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55280" y="1371600"/>
            <a:ext cx="3776472" cy="3840480"/>
          </a:xfrm>
          <a:prstGeom prst="roundRect">
            <a:avLst>
              <a:gd name="adj" fmla="val 4843"/>
            </a:avLst>
          </a:prstGeom>
          <a:solidFill>
            <a:srgbClr val="D81E2C"/>
          </a:solidFill>
          <a:ln w="12700">
            <a:solidFill>
              <a:srgbClr val="D81E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0" y="1371600"/>
            <a:ext cx="30449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didn't stop being great. The price just didn't care for a very long time.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 |  1962 - 2025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SOMETHING CHANGED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2010, the ride got calmer.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30168" cy="3566160"/>
          </a:xfrm>
          <a:prstGeom prst="roundRect">
            <a:avLst>
              <a:gd name="adj" fmla="val 384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above +40% since 2010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79392" y="2011680"/>
            <a:ext cx="3630168" cy="3566160"/>
          </a:xfrm>
          <a:prstGeom prst="roundRect">
            <a:avLst>
              <a:gd name="adj" fmla="val 384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2286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30-day volatility in recent decades, vs. 20-30% before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01584" y="2011680"/>
            <a:ext cx="3630168" cy="3566160"/>
          </a:xfrm>
          <a:prstGeom prst="roundRect">
            <a:avLst>
              <a:gd name="adj" fmla="val 384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75904" y="2286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-37%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8375904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2020 COVID drop, and it healed far faster than 1974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 |  1962 - 2025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COMPANY, DIFFERENT RIDE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crashes. Two very different waits.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532120" cy="329184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-68%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to a decade to recover.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199632" y="1920240"/>
            <a:ext cx="5532120" cy="3291840"/>
          </a:xfrm>
          <a:prstGeom prst="roundRect">
            <a:avLst>
              <a:gd name="adj" fmla="val 4167"/>
            </a:avLst>
          </a:prstGeom>
          <a:solidFill>
            <a:srgbClr val="D81E2C"/>
          </a:solidFill>
          <a:ln w="12700">
            <a:solidFill>
              <a:srgbClr val="D81E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5392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26974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-37%</a:t>
            </a:r>
            <a:endParaRPr lang="en-US" sz="80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far faster.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brand. What changed was how long the pain lasted.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 |  1962 - 2025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 matters as much as the company you pick.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tolerance for a -50% year before you need it.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11274552" cy="1371600"/>
          </a:xfrm>
          <a:prstGeom prst="roundRect">
            <a:avLst>
              <a:gd name="adj" fmla="val 10000"/>
            </a:avLst>
          </a:prstGeom>
          <a:solidFill>
            <a:srgbClr val="D81E2C"/>
          </a:solidFill>
          <a:ln w="12700">
            <a:solidFill>
              <a:srgbClr val="D81E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deepest drawdown you've ever sat through? Did you hold, or sell?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KO historical stock prices via Kaggle. Charts are my own analysis. Not financial advice. Past performance doesn't guarantee future results.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 |  1962 - 2025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 Years of Coca-Cola (KO) Stock in 3 Charts</dc:title>
  <dc:subject>PptxGenJS Presentation</dc:subject>
  <dc:creator>PptxGenJS</dc:creator>
  <cp:lastModifiedBy>PptxGenJS</cp:lastModifiedBy>
  <cp:revision>1</cp:revision>
  <dcterms:created xsi:type="dcterms:W3CDTF">2026-10-01T09:53:18Z</dcterms:created>
  <dcterms:modified xsi:type="dcterms:W3CDTF">2026-10-01T09:53:18Z</dcterms:modified>
</cp:coreProperties>
</file>